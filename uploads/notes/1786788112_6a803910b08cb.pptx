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2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4" r:id="rId17"/>
    <p:sldId id="275" r:id="rId18"/>
    <p:sldId id="273" r:id="rId19"/>
    <p:sldId id="271" r:id="rId20"/>
    <p:sldId id="277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31"/>
  </p:normalViewPr>
  <p:slideViewPr>
    <p:cSldViewPr snapToGrid="0">
      <p:cViewPr varScale="1">
        <p:scale>
          <a:sx n="120" d="100"/>
          <a:sy n="120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CFFF2-F947-1545-A33C-F59DF36DE46F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B8E9D-0D98-9A4C-AC11-CBDD12D6A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51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539BBB34-0FF5-514E-88AD-BDBE278AA297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2189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D96A-C753-D44B-B8BE-A1DCFE0AA6C6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1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C8A15AC3-E2BD-1447-B457-45DEB84985D2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43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66D560C-131C-9B41-AC7B-15E80B6B160D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50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8FEB9-0672-6B40-A6E5-D87D9BA51F4A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9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7432EA39-043C-AA40-8F2D-6CE0EAC27FCB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8026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419D39B-74D4-1344-AA84-57716282B71F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7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E8EA-A83D-ED40-92E6-CD6E2E41D39F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94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F795A47-729C-2047-83A5-83F3FAA241C8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6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F3F56274-9316-924E-B92B-7CF2D6B6427E}" type="datetime1">
              <a:rPr lang="en-GB" smtClean="0"/>
              <a:t>15/08/2026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9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FC81-181C-2C4B-A08F-351511EAC5F8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591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83462-6E66-9D40-8757-3ADFD1D348D2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64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F09018C0-FFC4-8643-9A16-CF8801F4CDF8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08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F656EA19-801C-4747-8BD1-5DCA5D1D7AF9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204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E90A1371-33DD-8B47-926B-EEF6C0270E3F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3034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26CB14AE-E259-1944-A8EE-3BCA404787A0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1224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2E7F-9FA4-6D41-972F-FC45C337F530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058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91A5-5764-3048-893F-B643F1FCAABE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9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81EF2C-E7F3-0D49-BC70-5B97BD5C3892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2220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3BF36167-0C96-1941-8B72-CB1C698E80B6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310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C7B752-AA50-BB43-B927-C6D1BE2C1337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73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E6093-4DE4-CF4C-9BC1-E50550CADCED}" type="datetime1">
              <a:rPr lang="en-GB" smtClean="0"/>
              <a:t>15/08/2026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629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44FF5-A259-A54B-864A-2905282A7C41}" type="datetime1">
              <a:rPr lang="en-GB" smtClean="0"/>
              <a:t>15/08/2026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302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C974-7FAB-9541-B4F0-D0BAB575B177}" type="datetime1">
              <a:rPr lang="en-GB" smtClean="0"/>
              <a:t>15/08/2026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867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437C-C7C6-0342-9B41-17EE3C59D448}" type="datetime1">
              <a:rPr lang="en-GB" smtClean="0"/>
              <a:t>15/08/2026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625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74F746-C3D9-1841-960C-5CFDC3C619BA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35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B40260-B61F-2248-BA5C-C35844BBD62E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10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739704-23B7-8743-BD8D-B932618110CB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32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957787F7-A2A4-D344-9715-890E26CC746F}" type="datetime1">
              <a:rPr lang="en-GB" smtClean="0"/>
              <a:t>15/08/2026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660ED026-10EE-3548-BD9F-59D27A6C3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1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  <p:sldLayoutId id="2147483821" r:id="rId19"/>
    <p:sldLayoutId id="2147483822" r:id="rId20"/>
    <p:sldLayoutId id="2147483823" r:id="rId21"/>
    <p:sldLayoutId id="2147483824" r:id="rId22"/>
    <p:sldLayoutId id="2147483825" r:id="rId23"/>
    <p:sldLayoutId id="2147483826" r:id="rId24"/>
    <p:sldLayoutId id="2147483827" r:id="rId25"/>
    <p:sldLayoutId id="2147483828" r:id="rId26"/>
    <p:sldLayoutId id="2147483829" r:id="rId27"/>
    <p:sldLayoutId id="2147483830" r:id="rId28"/>
  </p:sldLayoutIdLst>
  <p:hf hdr="0" ftr="0" dt="0"/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CA6CD-F146-9E75-68E0-6063128359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The Learning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4B1F8-5118-8A30-9CC8-FCF4E33BB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4152900"/>
            <a:ext cx="7353022" cy="2376335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Shreejal Shrestha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 Reg No: 6-2-469-32-2024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Pesal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Rai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Computer Application, D.A.V. College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31B73-746C-83BA-F20A-DF71E40F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z="1500" smtClean="0"/>
              <a:t>1</a:t>
            </a:fld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1295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66CF-C022-D1B6-E997-FB38AB62B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559" y="591526"/>
            <a:ext cx="3520965" cy="74328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C11BD-863F-ABF7-AE3F-B9A2145C4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3076" y="1439919"/>
            <a:ext cx="7735614" cy="4351282"/>
          </a:xfrm>
        </p:spPr>
        <p:txBody>
          <a:bodyPr>
            <a:norm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platform to share and access notes.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are organized by semester and subject.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approves notes before publishing.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rate and bookmark notes.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quizzes to test knowledge.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Leaderboard to compare performance.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wrong answers and improve.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A2F8-BFDC-C483-12F9-18576BCE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12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F7B4-17CD-6EF0-CAF0-EFD7A94D9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347" y="500679"/>
            <a:ext cx="5416219" cy="62392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FBE3A-CF61-7AD0-26B3-470E712B2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662" y="1460937"/>
            <a:ext cx="10195034" cy="3317906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notes are scattered across different platforms.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Finding notes for specific subjects and courses is time-consuming.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centralized platform to share and manage notes.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have limited tools to test their knowledge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is needed for organized notes, admin approval, and subject-wise quizzes.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F5F10-EAD1-EBFC-AA2B-6C7A3A6D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0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F541-1717-CB47-F296-BF9235CE6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84" y="458636"/>
            <a:ext cx="3335171" cy="59239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5996E-5A17-A378-6797-0C8768D04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090" y="1502979"/>
            <a:ext cx="7693573" cy="296129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Notes Sharing System for students.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notes easy to upload, download, search, and manage.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 notes by course, semester, and subject.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quality through admin approval, ratings, and bookmarks.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learning with quizzes, leaderboards, and result tracking.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42EB7-BF64-D68B-DF16-38F54BD7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4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CCA5-FAF1-8469-3527-DAD302ACB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981" y="328766"/>
            <a:ext cx="6772054" cy="11840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4565C-6116-1C0D-8A05-382EE192C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766" y="2922821"/>
            <a:ext cx="4524782" cy="2309300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Upload &amp; Download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&amp; Bookmarking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Quiz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B9BD8-E7CE-D8A2-ACF0-E5715610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2D191-20EA-3FD3-6895-5E42E848962F}"/>
              </a:ext>
            </a:extLst>
          </p:cNvPr>
          <p:cNvSpPr txBox="1"/>
          <p:nvPr/>
        </p:nvSpPr>
        <p:spPr>
          <a:xfrm>
            <a:off x="894756" y="1625879"/>
            <a:ext cx="1806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DC740-FD0C-7697-5FAB-E64A3B1B73F7}"/>
              </a:ext>
            </a:extLst>
          </p:cNvPr>
          <p:cNvSpPr txBox="1"/>
          <p:nvPr/>
        </p:nvSpPr>
        <p:spPr>
          <a:xfrm>
            <a:off x="6642538" y="1625879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highlight>
                  <a:srgbClr val="808080"/>
                </a:highlight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Limitation</a:t>
            </a:r>
            <a:r>
              <a:rPr lang="en-US" sz="3000" dirty="0">
                <a:highlight>
                  <a:srgbClr val="808080"/>
                </a:highlight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E39AF-D7E3-2172-2DEF-349B2AA50865}"/>
              </a:ext>
            </a:extLst>
          </p:cNvPr>
          <p:cNvSpPr txBox="1"/>
          <p:nvPr/>
        </p:nvSpPr>
        <p:spPr>
          <a:xfrm>
            <a:off x="5729237" y="2717356"/>
            <a:ext cx="5785867" cy="2331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Verification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Academic Features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7CE229-972A-DF7B-8B09-FCB9BD5A10E1}"/>
              </a:ext>
            </a:extLst>
          </p:cNvPr>
          <p:cNvCxnSpPr/>
          <p:nvPr/>
        </p:nvCxnSpPr>
        <p:spPr>
          <a:xfrm>
            <a:off x="5121203" y="1512801"/>
            <a:ext cx="0" cy="46988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2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B357-8B6E-83A7-B963-F0253F1F3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739" y="574250"/>
            <a:ext cx="4028854" cy="676481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25951-DE1C-06FD-1082-3292AD01A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371" y="1429407"/>
            <a:ext cx="8271641" cy="38349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Waterfall Model of SDLC.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a step-by-step development process.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phases: Requirements → Analysis → Design → Development → Testing → Implementation.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because the requirements and features are clearly defined.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with proper planning, documentation, and project management.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F8FDD-4300-A625-721A-9CEE6BB4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54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F984-D499-9A6C-46F8-7F6A2F23F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3359"/>
            <a:ext cx="5857654" cy="907709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E3965-9A7D-7CB8-98E0-3A35676F6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786" y="1471448"/>
            <a:ext cx="8489893" cy="4164406"/>
          </a:xfrm>
        </p:spPr>
        <p:txBody>
          <a:bodyPr>
            <a:normAutofit/>
          </a:bodyPr>
          <a:lstStyle/>
          <a:p>
            <a:pPr algn="l"/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Mero Notes [1]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subject-wise notes, study materials, model questions, and exam preparation resources.</a:t>
            </a:r>
          </a:p>
          <a:p>
            <a:pPr algn="l"/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Papers [2]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previous-year question papers, syllabi, notes, and other academic materials for TU students.</a:t>
            </a:r>
          </a:p>
          <a:p>
            <a:pPr algn="l"/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Wong et al. [6]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 that regular engagement with digital learning platforms is associated with better academic performance, highlighting the importance of accessible and organized learning resources.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07996-9F40-FB2A-A79A-C1450AC2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55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83132-1564-EF5D-F348-838DDFEA6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857" y="328766"/>
            <a:ext cx="6393681" cy="9602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3FD1B-DFB3-7E19-A581-FA6622DEB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422" y="1923394"/>
            <a:ext cx="9322675" cy="356300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HTML, CSS, JavaScript, PHP, MySQL, and XAMPP for development and database management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Simple and user-friendly interface for students and administrators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Uses free and open-source technologies, keeping development costs low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6A00C-9CDE-057C-3B9B-878365D6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8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FE30-AABD-677C-0B51-01F9EF433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512" y="328766"/>
            <a:ext cx="4901212" cy="634440"/>
          </a:xfrm>
        </p:spPr>
        <p:txBody>
          <a:bodyPr>
            <a:normAutofit fontScale="90000"/>
          </a:bodyPr>
          <a:lstStyle/>
          <a:p>
            <a:r>
              <a:rPr lang="en-US" dirty="0"/>
              <a:t>Schedule feasibility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8AD86-39B9-0631-242E-A8D3068F4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454" y="837082"/>
            <a:ext cx="5441891" cy="435491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development using a Gantt Chart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0C370-4301-BCF6-2B49-F7AE933A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C9956-6092-CD07-4CA0-999B236E6D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4" b="1474"/>
          <a:stretch>
            <a:fillRect/>
          </a:stretch>
        </p:blipFill>
        <p:spPr bwMode="auto">
          <a:xfrm>
            <a:off x="1418683" y="1415020"/>
            <a:ext cx="9039324" cy="4941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3889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72D2-AA74-48F8-8ADA-B2964FB4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86" y="132817"/>
            <a:ext cx="4154978" cy="634439"/>
          </a:xfrm>
        </p:spPr>
        <p:txBody>
          <a:bodyPr>
            <a:normAutofit fontScale="90000"/>
          </a:bodyPr>
          <a:lstStyle/>
          <a:p>
            <a:r>
              <a:rPr lang="en-US" dirty="0"/>
              <a:t>Use Case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0EFDE-A6DC-99C8-E245-B26CF57E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1DB64-CF57-4518-2F40-C7B47D1323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4" r="-4"/>
          <a:stretch>
            <a:fillRect/>
          </a:stretch>
        </p:blipFill>
        <p:spPr bwMode="auto">
          <a:xfrm>
            <a:off x="2320634" y="871618"/>
            <a:ext cx="6726621" cy="548473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9522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2D32-E68F-19B8-9C37-26F41AA5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09" y="328766"/>
            <a:ext cx="4102426" cy="676481"/>
          </a:xfrm>
        </p:spPr>
        <p:txBody>
          <a:bodyPr/>
          <a:lstStyle/>
          <a:p>
            <a:r>
              <a:rPr lang="en-US" dirty="0"/>
              <a:t>ER-DIAGRAM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A72D9-D229-BE77-0575-FC9BBAF6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FBD89C-8359-F35D-8922-7B0B087940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14"/>
          <a:stretch>
            <a:fillRect/>
          </a:stretch>
        </p:blipFill>
        <p:spPr bwMode="auto">
          <a:xfrm>
            <a:off x="525517" y="958215"/>
            <a:ext cx="10762593" cy="57632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6739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E1BB-5672-FE61-F927-7CECD3EF6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08" y="403027"/>
            <a:ext cx="7707475" cy="340150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 Modeling-Context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C2C0B-8947-B5F3-3490-E755E1C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A0FD6-0E0D-8B3C-16A8-3E61B48ED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79" y="1740899"/>
            <a:ext cx="9826842" cy="295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22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4BA8-1E59-4059-E5F2-FB32A679C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794" y="328766"/>
            <a:ext cx="7118895" cy="592398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 Modeling- DFD Level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974EE-7130-12DE-4297-D2E0A5DA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EF1E6-2E46-AB3F-AF94-C0BB4C228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97" y="835808"/>
            <a:ext cx="8986344" cy="552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37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2E082-3A27-E9A5-18FA-9AC28FE62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794" y="216898"/>
            <a:ext cx="5563364" cy="865667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3F261-71D1-5E33-CD91-F2EF35E2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FE939-D5DD-5FB3-B78F-462EE471F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385" y="876418"/>
            <a:ext cx="8681545" cy="576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29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5D73-8861-D298-6379-A4F69CA33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877" y="206025"/>
            <a:ext cx="4901212" cy="571378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Schema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631E-86AE-453F-104A-A4B6129C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F34EF-2227-AB1D-1F72-4E6F732360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4" t="22013" r="1804" b="18885"/>
          <a:stretch>
            <a:fillRect/>
          </a:stretch>
        </p:blipFill>
        <p:spPr bwMode="auto">
          <a:xfrm>
            <a:off x="2505961" y="777403"/>
            <a:ext cx="7552439" cy="59440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09368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88C3-6958-94E3-70E3-252155C1C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857" y="237919"/>
            <a:ext cx="5332137" cy="771074"/>
          </a:xfrm>
        </p:spPr>
        <p:txBody>
          <a:bodyPr/>
          <a:lstStyle/>
          <a:p>
            <a:r>
              <a:rPr lang="en-US" dirty="0"/>
              <a:t>UI/UX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283B2-C0BB-0882-0063-243E87F9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04FE4-EE18-30D8-FD2C-546387810A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5" t="7995" r="20367" b="24004"/>
          <a:stretch>
            <a:fillRect/>
          </a:stretch>
        </p:blipFill>
        <p:spPr bwMode="auto">
          <a:xfrm>
            <a:off x="455339" y="1648685"/>
            <a:ext cx="5486399" cy="37160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3B619A-BA4C-A587-6561-4BD74D2290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3" t="8133" r="20133" b="24239"/>
          <a:stretch>
            <a:fillRect/>
          </a:stretch>
        </p:blipFill>
        <p:spPr bwMode="auto">
          <a:xfrm>
            <a:off x="6191841" y="1648685"/>
            <a:ext cx="5544820" cy="37611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0040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B4985-60D6-406A-12FD-46D1617C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C2DBB6-2478-7231-B12C-6ED3C49FC0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8" t="6701" r="26718" b="32120"/>
          <a:stretch>
            <a:fillRect/>
          </a:stretch>
        </p:blipFill>
        <p:spPr bwMode="auto">
          <a:xfrm>
            <a:off x="200298" y="1137512"/>
            <a:ext cx="5716423" cy="40230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ABC0F3-6F20-A3A3-28FA-E9785F192D9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93" r="156" b="1644"/>
          <a:stretch>
            <a:fillRect/>
          </a:stretch>
        </p:blipFill>
        <p:spPr bwMode="auto">
          <a:xfrm>
            <a:off x="6119044" y="1312363"/>
            <a:ext cx="5887894" cy="36733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94366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0A619-5FA3-1D1B-6EEB-0EE477B3B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4374" y="602724"/>
            <a:ext cx="3713544" cy="53984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alpha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CFFFC-27BF-1191-25AF-84EAA2835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7238" y="1513489"/>
            <a:ext cx="4330252" cy="39469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Enhancement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Leaderboard Module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Enhancement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Limit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Testing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D09A4-F89D-D03A-2359-A0A68C20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1F54F-D532-7A92-5785-2D9F31AAB277}"/>
              </a:ext>
            </a:extLst>
          </p:cNvPr>
          <p:cNvSpPr txBox="1"/>
          <p:nvPr/>
        </p:nvSpPr>
        <p:spPr>
          <a:xfrm>
            <a:off x="1026420" y="1397610"/>
            <a:ext cx="4083375" cy="4062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Module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Signup Module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Modules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Module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Module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Approval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 Module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6CFA5-33F4-2A6E-301D-DCADB361268D}"/>
              </a:ext>
            </a:extLst>
          </p:cNvPr>
          <p:cNvSpPr txBox="1"/>
          <p:nvPr/>
        </p:nvSpPr>
        <p:spPr>
          <a:xfrm>
            <a:off x="6194127" y="328765"/>
            <a:ext cx="4603391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Completed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C8BCE3-226B-9E44-2E17-1D969F4B9396}"/>
              </a:ext>
            </a:extLst>
          </p:cNvPr>
          <p:cNvCxnSpPr/>
          <p:nvPr/>
        </p:nvCxnSpPr>
        <p:spPr>
          <a:xfrm>
            <a:off x="5446125" y="328765"/>
            <a:ext cx="0" cy="56755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805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789C-2EC7-0585-D039-A9D9A4403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698" y="469147"/>
            <a:ext cx="4386206" cy="592398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527CC-AEA2-3809-49E7-3C23E703E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698" y="1061545"/>
            <a:ext cx="10489323" cy="4017263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Mero Notes, “All Your Study Notes in One Place,” Mero Notes. [Online]. Available: Mero Notes.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 TU Papers, “About TU Papers,” TU Papers. [Online]. Available: TU Papers.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Uni Bytes, “Uni Bytes – Educational Resources Platform,” Uni Bytes. [Online]. Available: Uni Bytes.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[4]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MeroSiksha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“What is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MeroSiksha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?,”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MeroSiksha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[Online]. Available: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MeroSiksha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[5]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Wong, W. L. Lee, M. S. L. Chan, Y. E. Tan, J. M. K. Huang, and Y. H. Lee, “Digital learning resources and student success: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engagement and academic performance,” Journal of Applied Learning and Teaching, vol. 8, no. Sp.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2, 2025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D01AD-078B-1B7B-9BA2-726E8CC3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06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5E14-7B77-0FAC-8FDF-62B411603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827" y="300658"/>
            <a:ext cx="4573192" cy="752009"/>
          </a:xfrm>
        </p:spPr>
        <p:txBody>
          <a:bodyPr/>
          <a:lstStyle/>
          <a:p>
            <a:r>
              <a:rPr lang="en-US" dirty="0"/>
              <a:t>Git Commit History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5C4C3-E7F8-C124-5911-9DFBBDB5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CABAE-D64D-2791-B553-8C57EDC52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563" y="946341"/>
            <a:ext cx="6948376" cy="3756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9E933A-D2EC-44E9-A04A-794AC2F03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563" y="4706847"/>
            <a:ext cx="6948376" cy="163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2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B2C89-8E16-52EF-6358-E177466A5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903617"/>
            <a:ext cx="8919556" cy="3050766"/>
          </a:xfrm>
        </p:spPr>
        <p:txBody>
          <a:bodyPr>
            <a:normAutofit/>
          </a:bodyPr>
          <a:lstStyle/>
          <a:p>
            <a:r>
              <a:rPr lang="en-US" sz="90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73800-BC46-8909-3766-C32263B42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D026-10EE-3548-BD9F-59D27A6C31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54827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96</TotalTime>
  <Words>641</Words>
  <Application>Microsoft Macintosh PowerPoint</Application>
  <PresentationFormat>Widescreen</PresentationFormat>
  <Paragraphs>101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JasmineUPC</vt:lpstr>
      <vt:lpstr>Raleway</vt:lpstr>
      <vt:lpstr>Times New Roman</vt:lpstr>
      <vt:lpstr>School Days</vt:lpstr>
      <vt:lpstr>The Learning Hub</vt:lpstr>
      <vt:lpstr>Introduction</vt:lpstr>
      <vt:lpstr>Problem Statement</vt:lpstr>
      <vt:lpstr>Objectives</vt:lpstr>
      <vt:lpstr>Scope and Limitation</vt:lpstr>
      <vt:lpstr>Methodology</vt:lpstr>
      <vt:lpstr>Literature Review</vt:lpstr>
      <vt:lpstr>Feasibility Study</vt:lpstr>
      <vt:lpstr>Schedule feasibility</vt:lpstr>
      <vt:lpstr>Use Case Diagram</vt:lpstr>
      <vt:lpstr>ER-DIAGRAM</vt:lpstr>
      <vt:lpstr>Process Modeling-Context Diagram</vt:lpstr>
      <vt:lpstr>Process Modeling- DFD Level 0</vt:lpstr>
      <vt:lpstr>System Architecture</vt:lpstr>
      <vt:lpstr>Database Schema</vt:lpstr>
      <vt:lpstr>UI/UX DESIGN</vt:lpstr>
      <vt:lpstr>PowerPoint Presentation</vt:lpstr>
      <vt:lpstr>Completed</vt:lpstr>
      <vt:lpstr>References</vt:lpstr>
      <vt:lpstr>Git Commit History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Shreejal Shrestha</dc:creator>
  <cp:lastModifiedBy>Shreejal Shrestha</cp:lastModifiedBy>
  <cp:revision>6</cp:revision>
  <dcterms:created xsi:type="dcterms:W3CDTF">2026-08-14T15:05:04Z</dcterms:created>
  <dcterms:modified xsi:type="dcterms:W3CDTF">2026-08-15T01:31:51Z</dcterms:modified>
</cp:coreProperties>
</file>